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3"/>
    <p:sldId id="259" r:id="rId4"/>
    <p:sldId id="258" r:id="rId5"/>
    <p:sldId id="257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1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211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овое поле 12"/>
          <p:cNvSpPr txBox="1"/>
          <p:nvPr/>
        </p:nvSpPr>
        <p:spPr>
          <a:xfrm>
            <a:off x="3176905" y="150495"/>
            <a:ext cx="5459095" cy="7448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55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b="1">
                <a:solidFill>
                  <a:srgbClr val="0F1115"/>
                </a:solidFill>
                <a:latin typeface="Comic Sans MS" panose="030F0702030302020204" charset="0"/>
                <a:ea typeface="quote-cjk-patch"/>
                <a:cs typeface="Comic Sans MS" panose="030F0702030302020204" charset="0"/>
              </a:rPr>
              <a:t>📋 </a:t>
            </a:r>
            <a:r>
              <a:rPr lang="en-US" altLang="zh-CN" b="1">
                <a:solidFill>
                  <a:srgbClr val="0F1115"/>
                </a:solidFill>
                <a:latin typeface="Comic Sans MS" panose="030F0702030302020204" charset="0"/>
                <a:ea typeface="quote-cjk-patch"/>
                <a:cs typeface="Comic Sans MS" panose="030F0702030302020204" charset="0"/>
              </a:rPr>
              <a:t>ПОЛНЫЙ СПИСОК ВСЕХ КОМАНД АЯНАМИ</a:t>
            </a:r>
            <a:endParaRPr lang="en-US" altLang="zh-CN" b="1">
              <a:solidFill>
                <a:srgbClr val="0F1115"/>
              </a:solidFill>
              <a:latin typeface="Comic Sans MS" panose="030F0702030302020204" charset="0"/>
              <a:ea typeface="quote-cjk-patch"/>
              <a:cs typeface="Comic Sans MS" panose="030F0702030302020204" charset="0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0" y="996315"/>
            <a:ext cx="470090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14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1. ПОХВАЛА / КОМПЛИМЕНТЫ</a:t>
            </a:r>
            <a:endParaRPr lang="en-US" altLang="zh-CN" sz="1400" b="1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0" y="1506855"/>
            <a:ext cx="6671945" cy="300291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4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ты умница, умница, ты молодец, молодец</a:t>
            </a:r>
            <a:endParaRPr lang="en-US" altLang="zh-CN" sz="14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4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ты хорошая, хорошая, ты лучшая, лучшая</a:t>
            </a:r>
            <a:endParaRPr lang="en-US" altLang="zh-CN" sz="14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4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отлично сработано, прекрасно справляешься, я тобой горжусь, горжусь тобой</a:t>
            </a:r>
            <a:endParaRPr lang="en-US" altLang="zh-CN" sz="14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4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ты крутая, крутая, ты классная, классная</a:t>
            </a:r>
            <a:endParaRPr lang="en-US" altLang="zh-CN" sz="14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4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ты замечательная, замечательная, ты прелесть, прелесть</a:t>
            </a:r>
            <a:endParaRPr lang="en-US" altLang="zh-CN" sz="14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4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аянами ты лучшая, аянами умница, аянами молодец</a:t>
            </a:r>
            <a:endParaRPr lang="en-US" altLang="zh-CN" sz="14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4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спасибо ты очень помогла, очень помогла, хорошая работа</a:t>
            </a:r>
            <a:endParaRPr lang="en-US" altLang="zh-CN" sz="14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4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отлично, прекрасно, великолепно, супер, класс, круто</a:t>
            </a:r>
            <a:endParaRPr lang="en-US" altLang="zh-CN" sz="14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4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умничка, хорошая девочка, так держать, восхитительно</a:t>
            </a:r>
            <a:endParaRPr lang="en-US" altLang="zh-CN" sz="14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4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браво, потрясающе, зашибись, огонь, клёво, отпад</a:t>
            </a:r>
            <a:endParaRPr lang="en-US" altLang="zh-CN" sz="14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4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Ответы: "Спасибо, мне очень приятно!" / "Вы меня смущаете..." / "Благодарю, я стараюсь" / "Рада это слышать" / "Ваша похвала вдохновляет меня"</a:t>
            </a:r>
            <a:endParaRPr lang="en-US" altLang="zh-CN" sz="14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7845425" y="896620"/>
            <a:ext cx="230949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altLang="en-US" sz="14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2</a:t>
            </a:r>
            <a:r>
              <a:rPr lang="en-US" altLang="zh-CN" sz="14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. ПРИВЕТСТВИЯ</a:t>
            </a:r>
            <a:endParaRPr lang="en-US" altLang="zh-CN" sz="1400" b="1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7147560" y="1630045"/>
            <a:ext cx="4727575" cy="314261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4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привет, здравствуй, добрый день, доброе утро, добрый вечер</a:t>
            </a:r>
            <a:endParaRPr lang="en-US" altLang="zh-CN" sz="14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4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здорово, хай, салют, приветик, приветствую, здравия желаю</a:t>
            </a:r>
            <a:endParaRPr lang="en-US" altLang="zh-CN" sz="14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4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ку, дарова, привет аянами, аянами привет, хеллоу, здрасте</a:t>
            </a:r>
            <a:endParaRPr lang="en-US" altLang="zh-CN" sz="14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приветики, здорова, приветище</a:t>
            </a:r>
            <a:endParaRPr lang="en-US" altLang="zh-CN" sz="14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4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Ответ: "Привет, я Аянами" / "Здравствуйте!" / "Приветствую вас!" / "Рада вас видеть!"</a:t>
            </a:r>
            <a:endParaRPr lang="en-US" altLang="zh-CN" sz="14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5159375" y="471805"/>
            <a:ext cx="905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>
                <a:latin typeface="Arial" panose="020B0604020202020204" pitchFamily="34" charset="0"/>
                <a:cs typeface="Arial" panose="020B0604020202020204" pitchFamily="34" charset="0"/>
              </a:rPr>
              <a:t>ЗВУК</a:t>
            </a:r>
            <a:endParaRPr lang="ru-R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285875" y="441325"/>
            <a:ext cx="221107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altLang="en-US" sz="14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3</a:t>
            </a:r>
            <a:r>
              <a:rPr lang="en-US" altLang="zh-CN" sz="14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. ПАУЗА / СТОП</a:t>
            </a:r>
            <a:endParaRPr lang="en-US" altLang="zh-CN" sz="1400" b="1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78740" y="840105"/>
            <a:ext cx="5459095" cy="20916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пауза, стоп, останови, прекрати, замолчи, тишина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поставь на паузу, на паузу, сделай паузу, поставь паузу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остановить, остановись, перестань, затихни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поставь музыку на паузу, останови музыку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музыка стоп, стоп музыка, музыку на паузу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пауза музыка, выключи звук, звук выключить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пауза песня, стоп песня, останови песню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замри, тихо, перерыв, остановить воспроизведение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выключи музыку, заглуши, пауза трек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Ответ: "Пауза"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8128000" y="441325"/>
            <a:ext cx="216725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altLang="en-US" sz="14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4</a:t>
            </a:r>
            <a:r>
              <a:rPr lang="en-US" altLang="zh-CN" sz="14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. ПРОДОЛЖИТЬ</a:t>
            </a:r>
            <a:endParaRPr lang="en-US" altLang="zh-CN" sz="1400" b="1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6864350" y="839788"/>
            <a:ext cx="5080000" cy="153797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продолжи, играй дальше, возобнови, включи обратно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продолжай, дальше, сними с паузы, продолжить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включи музыку обратно, обратно включи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играй, включи снова, возобновить, запусти снова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дальше играй, продолжать, убрать паузу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снять паузу, обратно, включи звук обратно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Ответ: "Продолжаю"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385570" y="3059430"/>
            <a:ext cx="299339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14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 </a:t>
            </a:r>
            <a:r>
              <a:rPr lang="ru-RU" altLang="en-US" sz="14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5</a:t>
            </a:r>
            <a:r>
              <a:rPr lang="en-US" altLang="zh-CN" sz="14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. СЛЕДУЮЩАЯ ПЕСНЯ</a:t>
            </a:r>
            <a:endParaRPr lang="en-US" altLang="zh-CN" sz="1400" b="1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212090" y="3586480"/>
            <a:ext cx="4782185" cy="1537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следующая, следующая песня, следующий трек, дальше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переключи, следующую, следующую песню, следующий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дальше песню, включи следующую, переключи песню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следующая музыка, следующая композиция, скип, пропусти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следующую композицию, переключить трек, давай следующую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гони следующую, следующая давай, включай следующую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Ответ: "Следующая"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6530340" y="3054985"/>
            <a:ext cx="317563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altLang="en-US" sz="14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6</a:t>
            </a:r>
            <a:r>
              <a:rPr lang="en-US" altLang="zh-CN" sz="14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. ПРЕДЫДУЩАЯ ПЕСНЯ</a:t>
            </a:r>
            <a:endParaRPr lang="en-US" altLang="zh-CN" sz="1400" b="1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6196965" y="3510280"/>
            <a:ext cx="5080000" cy="1353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предыдущая, предыдущая песня, предыдущий трек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назад, верни, прошлую песню, прошлая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предыдущую, назад переключи, верни песню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прошлый трек, предыдущая давай, назад песню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включи предыдущую, переключи назад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Ответ: "Предыдущая"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308610" y="0"/>
            <a:ext cx="5080000" cy="353885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16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 </a:t>
            </a:r>
            <a:r>
              <a:rPr lang="ru-RU" altLang="en-US" sz="16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7</a:t>
            </a:r>
            <a:r>
              <a:rPr lang="en-US" altLang="zh-CN" sz="16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. ГРОМЧЕ</a:t>
            </a:r>
            <a:endParaRPr lang="en-US" altLang="zh-CN" sz="1600" b="1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Синонимы: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громче, прибавь звук, увеличь громкость, сделай громче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прибавь громкость, громкость выше, громкости больше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добавь громкости, сделай погромче, прибавь звук погромче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увеличь звук, подними громкость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Ответ: "Громкость X"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7420610" y="0"/>
            <a:ext cx="4595495" cy="21228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16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 </a:t>
            </a:r>
            <a:r>
              <a:rPr lang="ru-RU" altLang="en-US" sz="16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8</a:t>
            </a:r>
            <a:r>
              <a:rPr lang="en-US" altLang="zh-CN" sz="16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. ТИШЕ</a:t>
            </a:r>
            <a:endParaRPr lang="en-US" altLang="zh-CN" sz="1600" b="1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Синонимы: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тише, убавь звук, уменьши громкость, сделай тише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убавь громкость, громкость ниже, громкости меньше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убери громкость, сделай потише, убавь звук потише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уменьши звук, опусти громкость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Ответ: "Громкость X"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234950" y="2616200"/>
            <a:ext cx="5984240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16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9. КАК ДЕЛА</a:t>
            </a:r>
            <a:endParaRPr lang="en-US" altLang="zh-CN" sz="1600" b="1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Синонимы: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ru-RU" altLang="en-US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к</a:t>
            </a: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ак дела, как ты, как жизнь, как настроение, как поживаешь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как ты там, как самочувствие, как твои дела, как успехи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чё как, что нового, как живешь, как сама, как настроение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каково, как вообще, как ты сегодня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Ответ: "У меня всё отлично, спасибо" / "Я в порядке, как вы?" / "Всё замечательно, рада помочь"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539230" y="2616200"/>
            <a:ext cx="5476875" cy="23685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16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10. ПРОЩАНИЕ / ВЫХОД</a:t>
            </a:r>
            <a:endParaRPr lang="en-US" altLang="zh-CN" sz="1600" b="1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Синонимы: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пока, до свидания, прощай, до встречи, выйти, закрыть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закройся, завершить работу, выход, выключись, отключись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остановись, хватит, всё, пока пока, бай-бай, до завтра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увидимся, счастливо, всего хорошего, прощевай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вырубись, выходи, закрыть программу, завершиться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Ответ: "До свидания!" (ассистент закрывается</a:t>
            </a:r>
            <a:r>
              <a:rPr lang="en-US" altLang="zh-CN" sz="1600" b="0" i="0">
                <a:solidFill>
                  <a:srgbClr val="0F1115"/>
                </a:solidFill>
                <a:latin typeface="quote-cjk-patch"/>
                <a:ea typeface="quote-cjk-patch"/>
              </a:rPr>
              <a:t>)</a:t>
            </a:r>
            <a:endParaRPr lang="en-US" altLang="zh-CN" sz="16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0" y="0"/>
            <a:ext cx="5080000" cy="267652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12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11. ЧТО ТЫ УМЕЕШЬ</a:t>
            </a:r>
            <a:endParaRPr lang="en-US" altLang="zh-CN" sz="1200" b="1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Синонимы: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что ты умеешь, расскажи о себе, кто ты, представься, что можешь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твои возможности, какие у тебя функции, для чего ты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расскажи о своих возможностях, опиши себя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твои способности, что ты можешь делать, список команд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Ответ: "Я умею разговаривать, отвечать на вопросы, ставить музыку на паузу, включать следующий трек, возвращать предыдущий, менять громкость, показывать время и дату. Моё окно можно перетаскивать мышкой. А ещё я люблю, когда меня хвалят!"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5080000" y="0"/>
            <a:ext cx="4230370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12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12. КАК ТЕБЯ ЗОВУТ</a:t>
            </a:r>
            <a:endParaRPr lang="en-US" altLang="zh-CN" sz="1200" b="1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Синонимы: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как тебя зовут, твое имя, имя, назови имя, скажи имя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как тебя называть, кто такая аянами, ты кто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твое имя аянами, как к тебе обращаться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Ответ: "Меня зовут Аянами"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0" y="2676208"/>
            <a:ext cx="5080000" cy="249174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altLang="en-US" sz="12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13</a:t>
            </a:r>
            <a:r>
              <a:rPr lang="en-US" altLang="zh-CN" sz="12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. ПОМОЩЬ</a:t>
            </a:r>
            <a:endParaRPr lang="en-US" altLang="zh-CN" sz="1200" b="1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Синонимы: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помощь, помоги, инструкция, подскажи, что делать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куда нажать, как пользоваться, не знаю что сказать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какие команды, что я могу сказать, направь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Ответ: "Доступные команды: привет, как дела, пауза, продолжи, следующая, предыдущая, громче, тише, молодец, умница, что ты умеешь, как тебя зовут, сколько времени, какое сегодня число, спасибо, пока"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9396095" y="0"/>
            <a:ext cx="2795905" cy="24917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12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14. СПАСИБО</a:t>
            </a:r>
            <a:endParaRPr lang="en-US" altLang="zh-CN" sz="1200" b="1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Синонимы: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спасибо, благодарю, мерси, спасибо большое, спс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огромное спасибо, очень приятно, благодарствую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премного благодарен, спасибочки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Ответ: "Пожалуйста, всегда рада помочь"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9396095" y="2676525"/>
            <a:ext cx="2222500" cy="28613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12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15. ВРЕМЯ</a:t>
            </a:r>
            <a:endParaRPr lang="en-US" altLang="zh-CN" sz="1200" b="1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Синонимы: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сколько времени, который час, текущее время, время сейчас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покажи время, назови время, время, сколько сейчас времени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часа который, скажи время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Ответ: "Сейчас X часов Y минут"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5167630" y="2867025"/>
            <a:ext cx="3424555" cy="289115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1200" b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16. ДАТА</a:t>
            </a:r>
            <a:endParaRPr lang="en-US" altLang="zh-CN" sz="1200" b="1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Синонимы: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какое сегодня число, сегодняшняя дата, какая дата, какое число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какой день, число сегодня, скажи дату, день какой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</a:pPr>
            <a:r>
              <a:rPr lang="en-US" altLang="zh-CN" sz="1200" b="0" i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Ответ: "Сегодня X января/февраля/..."</a:t>
            </a:r>
            <a:endParaRPr lang="en-US" altLang="zh-CN" sz="1200" b="0" i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4928</Words>
  <Application>WPS Presentation</Application>
  <PresentationFormat>宽屏</PresentationFormat>
  <Paragraphs>143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9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quote-cjk-patch</vt:lpstr>
      <vt:lpstr>Arial</vt:lpstr>
      <vt:lpstr>Segoe Print</vt:lpstr>
      <vt:lpstr>Impact</vt:lpstr>
      <vt:lpstr>Arial Black</vt:lpstr>
      <vt:lpstr>Comic Sans MS</vt:lpstr>
      <vt:lpstr>Corbel Light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bykia</cp:lastModifiedBy>
  <cp:revision>4</cp:revision>
  <dcterms:created xsi:type="dcterms:W3CDTF">2025-07-23T00:59:00Z</dcterms:created>
  <dcterms:modified xsi:type="dcterms:W3CDTF">2026-05-06T10:37:14Z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1049-12.2.0.23202</vt:lpwstr>
  </property>
  <property fmtid="{D5CDD505-2E9C-101B-9397-08002B2CF9AE}" pid="3" name="ICV">
    <vt:lpwstr>F3C5EF8056AD40159DBDA85A07B4792A_11</vt:lpwstr>
  </property>
</Properties>
</file>